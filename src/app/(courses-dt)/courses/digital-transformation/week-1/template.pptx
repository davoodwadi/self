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85FEF8-4443-DD40-A42C-72C3D642DB94}" v="1" dt="2025-01-13T20:01:06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5" autoAdjust="0"/>
    <p:restoredTop sz="94703" autoAdjust="0"/>
  </p:normalViewPr>
  <p:slideViewPr>
    <p:cSldViewPr snapToGrid="0" snapToObjects="1">
      <p:cViewPr varScale="1">
        <p:scale>
          <a:sx n="145" d="100"/>
          <a:sy n="145" d="100"/>
        </p:scale>
        <p:origin x="68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ood Wadi" userId="9eb9f23b-bf6d-4b09-8366-43d3b6f38bed" providerId="ADAL" clId="{4885FEF8-4443-DD40-A42C-72C3D642DB94}"/>
    <pc:docChg chg="undo custSel modMainMaster">
      <pc:chgData name="Davood Wadi" userId="9eb9f23b-bf6d-4b09-8366-43d3b6f38bed" providerId="ADAL" clId="{4885FEF8-4443-DD40-A42C-72C3D642DB94}" dt="2025-01-13T20:01:38.413" v="25" actId="1076"/>
      <pc:docMkLst>
        <pc:docMk/>
      </pc:docMkLst>
      <pc:sldMasterChg chg="addSp modSp mod">
        <pc:chgData name="Davood Wadi" userId="9eb9f23b-bf6d-4b09-8366-43d3b6f38bed" providerId="ADAL" clId="{4885FEF8-4443-DD40-A42C-72C3D642DB94}" dt="2025-01-13T20:01:38.413" v="25" actId="1076"/>
        <pc:sldMasterMkLst>
          <pc:docMk/>
          <pc:sldMasterMk cId="3676200875" sldId="2147483648"/>
        </pc:sldMasterMkLst>
        <pc:picChg chg="add mod">
          <ac:chgData name="Davood Wadi" userId="9eb9f23b-bf6d-4b09-8366-43d3b6f38bed" providerId="ADAL" clId="{4885FEF8-4443-DD40-A42C-72C3D642DB94}" dt="2025-01-13T20:01:38.413" v="25" actId="1076"/>
          <ac:picMkLst>
            <pc:docMk/>
            <pc:sldMasterMk cId="3676200875" sldId="2147483648"/>
            <ac:picMk id="8" creationId="{BB4BEFF2-C78D-0C5F-175C-CAF6626B365E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red logo with white text&#10;&#10;Description automatically generated">
            <a:extLst>
              <a:ext uri="{FF2B5EF4-FFF2-40B4-BE49-F238E27FC236}">
                <a16:creationId xmlns:a16="http://schemas.microsoft.com/office/drawing/2014/main" id="{BB4BEFF2-C78D-0C5F-175C-CAF6626B365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102600" y="82154"/>
            <a:ext cx="10414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Davood Wadi</cp:lastModifiedBy>
  <cp:revision>5</cp:revision>
  <dcterms:created xsi:type="dcterms:W3CDTF">2017-06-05T14:10:58Z</dcterms:created>
  <dcterms:modified xsi:type="dcterms:W3CDTF">2025-01-13T20:01:42Z</dcterms:modified>
</cp:coreProperties>
</file>